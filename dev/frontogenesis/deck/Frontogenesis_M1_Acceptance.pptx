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199" y="822959"/>
            <a:ext cx="4023360" cy="4023360"/>
          </a:xfrm>
          <a:prstGeom prst="ellipse">
            <a:avLst/>
          </a:prstGeom>
          <a:noFill/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834639"/>
            <a:ext cx="2743200" cy="2743200"/>
          </a:xfrm>
          <a:prstGeom prst="ellipse">
            <a:avLst/>
          </a:prstGeom>
          <a:noFill/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389120"/>
            <a:ext cx="1645920" cy="1645920"/>
          </a:xfrm>
          <a:prstGeom prst="ellipse">
            <a:avLst/>
          </a:prstGeom>
          <a:noFill/>
          <a:ln w="17780">
            <a:solidFill>
              <a:srgbClr val="8F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8FBFD0"/>
                </a:solidFill>
                <a:latin typeface="Calibri"/>
              </a:rPr>
              <a:t>MILESTONE M1  ·  OPERATORS AND VALIDATION  ·  A HARD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7863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Frontogenesis in the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LLC4320 California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i="0">
                <a:solidFill>
                  <a:srgbClr val="8FBFD0"/>
                </a:solidFill>
                <a:latin typeface="Calibri"/>
              </a:rPr>
              <a:t>Operators that are known correct, not assumed correct — and a figure for every methodological choice.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54880"/>
            <a:ext cx="7498079" cy="86868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95604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M1 closed 2026-09-30 — all seven criteria PASS; gate V3 at 1.004 / 0.981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J. Xavier Prochaska  ·  tile 330, face 10  ·  2026-09-28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Nine task sessions, then the audit and what it leaves behind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91640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4650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Masking, tile330_masks.nc and V6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13432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6829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operators.py and the regression oracle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35224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900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semilag.py and V5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57016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coarsegrain.py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78808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33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Gates V1, V2 and V4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85546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Gate V3 — the discrete null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22392"/>
            <a:ext cx="420624" cy="420624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477255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V3b — the finite-volume null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691640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74650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test_nan_finding.py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313432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6829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Decisions applied and the audit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935224"/>
            <a:ext cx="420624" cy="420624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9900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M1 acceptance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55701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611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Findings for the writeup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17880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233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Decisions and open issues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800600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85546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This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1  ·  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Masking and tile330_masks.nc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Halo = 7 × the measured dxC = 12.57 km; the 100 km cut removes the Gulf, no polygon</a:t>
            </a:r>
          </a:p>
        </p:txBody>
      </p:sp>
      <p:pic>
        <p:nvPicPr>
          <p:cNvPr id="6" name="Picture 5" descr="m1_crop_V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4480560" cy="4354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1783080"/>
            <a:ext cx="5852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518,400 cells → ocean 356,877 → halo 341,960 → offshore ≥ 100 km 273,431 → analysis 262,925 (73.7% of the ocean): one connected component.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Gulf of California is its own ocean component (9,891 cells), max coast distance 73.9 km — 0 cells survive the cut.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The tile-edge rim is finite, not NaN: ~1e6x on the low edges, ~0.5x on the high. edge_cells = 7 covers it (minimum 2).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17 tests. ocean_mask == isfinite(Theta) cell for cell at both hours; both halo_mask defects guarded.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figs/V6_land_halo_tile330.png, panel (a)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2  ·  CRITERION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operators.py and the regression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One shared operator for both sides; the oracle checks the wiring bit for bit</a:t>
            </a:r>
          </a:p>
        </p:txBody>
      </p:sp>
      <p:pic>
        <p:nvPicPr>
          <p:cNvPr id="6" name="Picture 5" descr="m1_fig_op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120640" cy="2950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4632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The interpolated Jacobian is 0.85x the flux-form strain on the analysis mask (M0's 0.80 included the coast). The 0.911x gradb2 ratio is confirmed.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83080"/>
            <a:ext cx="52120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Criterion 7: unfiltered F vs frontogenesis_tendency — max |dF| = 0.0 on all 352,673 finite cells, both hours.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lowpass: a top-hat of half-width L/2; NaN propagates, never renormalised. F is finite on all 262,925 analysis cells at every L.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Planning §2.4 had the strain-term sign wrong: F = −½δG + ½|σ|G cos 2θ, θ from the compressional axis.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21 tests; the dims guard turns the 4-D broadcast into a ValueError before dbof.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3  ·  V5, THE FIGURE LAUREN ASKED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semilag.py and 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Interpolate b (order ≥ 3) onto the departure stencil — never G</a:t>
            </a:r>
          </a:p>
        </p:txBody>
      </p:sp>
      <p:pic>
        <p:nvPicPr>
          <p:cNvPr id="6" name="Picture 5" descr="m1_crop_V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029200" cy="40533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783080"/>
            <a:ext cx="53035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Half-cell shift, 1.5-cell front, bias at the maximum: bilinear G −4.94%, bilinear b −4.99%, cubic b −0.54%, quintic b −0.10% (prediction −5.56%).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The trap: shifting b and calling gradb2 measures DG/Dt − 2F ≈ 0. The stencil is built at the departure point instead.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Local Lagrange, not map_coordinates: a filled NaN leaks 46 / 12 / 3.3% at 1 / 2 / 3 nodes through the spline prefilter.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Real hour: order 1 fabricates +5.2% of G per hour on front pixels. 15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figs/V5_interp_half_cell.png, panel (a)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coarsegrain.py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The subfilter term closes the coarse-grained budget — with its divergent part τ_δ</a:t>
            </a:r>
          </a:p>
        </p:txBody>
      </p:sp>
      <p:pic>
        <p:nvPicPr>
          <p:cNvPr id="6" name="Picture 5" descr="m1_fig_coarseg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9875520" cy="31985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7492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Germano holds to 4e-16 for the composite filter; τ is exactly 0 at L = 0 and O(L²) after — it does not become the numerical-diffusion term.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Returned in F units (M3's subfilter field = 2 × term). The flux form without τ_δ overstates it 2.2x on hour 0. 10 tests; task 6's discrete F improved the 900 m residuals to 0.037 / 0.088.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5  ·  CRITERIA 1, 2,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Gates V1, V2 and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Two gates pass by a wide margin; V4 is the permanent error bar on every slope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9164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065A82"/>
                </a:solidFill>
                <a:latin typeface="Calibri"/>
              </a:rPr>
              <a:t>V1 — PASS, 0.78%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8 chained hours at ell = 8 dx; the step alone &lt; 0.36%.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69164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470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065A82"/>
                </a:solidFill>
                <a:latin typeface="Calibri"/>
              </a:rPr>
              <a:t>V2 — PASS, 0.077%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58568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b_x max; b_y 0.041%; metric alone 0.012%; swapped 87%.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37360"/>
            <a:ext cx="3383280" cy="169164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065A82"/>
                </a:solidFill>
                <a:latin typeface="Calibri"/>
              </a:rPr>
              <a:t>V4 — 0.28 to 1.0%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58568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of G per hour, order 3, 1.5- to 1-cell front. Order 5: 0.06%.</a:t>
            </a:r>
          </a:p>
        </p:txBody>
      </p:sp>
      <p:pic>
        <p:nvPicPr>
          <p:cNvPr id="15" name="Picture 14" descr="m1_crop_V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4140798" cy="2834640"/>
          </a:xfrm>
          <a:prstGeom prst="rect">
            <a:avLst/>
          </a:prstGeom>
        </p:spPr>
      </p:pic>
      <p:pic>
        <p:nvPicPr>
          <p:cNvPr id="16" name="Picture 15" descr="m1_fig_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611880"/>
            <a:ext cx="5199808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6  ·  THE HARD GATE, CRITERION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Gate V3 — the discrete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First attempt FAIL 0.950 / 0.758 → PASS 1.004 [0.995, 1.017] / 0.981 [0.970, 0.994]</a:t>
            </a:r>
          </a:p>
        </p:txBody>
      </p:sp>
      <p:pic>
        <p:nvPicPr>
          <p:cNvPr id="6" name="Picture 5" descr="m1_crop_V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4114800" cy="3851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350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V3 panel (d): LLC, n 26,293, corr 0.982</a:t>
            </a:r>
          </a:p>
        </p:txBody>
      </p:sp>
      <p:pic>
        <p:nvPicPr>
          <p:cNvPr id="8" name="Picture 7" descr="m1_fig_v3_ch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37360"/>
            <a:ext cx="6309360" cy="287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4754880"/>
            <a:ext cx="6217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The chain-rule product fails on the grid by (2/3)(dx/ell)². The consistent F = −Σ (L_k b)[L_k, u·∇] b is now the default (form='discrete'); the departure velocity is cubic.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Both sides of this null see the same centred velocity, so the 0.85x Jacobian attenuation cannot appear here. 70 tests, 0 skipped.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6b  ·  M1-Q2, OPTION 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V3b — the finite-volume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A recorded bias, not a gate: 0.975 [0.954, 1.003] on the real hour, −0.006 ± 0.025 from V3's 0.981</a:t>
            </a:r>
          </a:p>
        </p:txBody>
      </p:sp>
      <p:pic>
        <p:nvPicPr>
          <p:cNvPr id="6" name="Picture 5" descr="m1_crop_V3b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931920" cy="40021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0644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V3b panel (c): OS7MP-like truth, discrete F</a:t>
            </a:r>
          </a:p>
        </p:txBody>
      </p:sp>
      <p:pic>
        <p:nvPicPr>
          <p:cNvPr id="8" name="Picture 7" descr="m1_fig_v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737360"/>
            <a:ext cx="6309360" cy="4198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594360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fvadvect.py: flux-form C-grid advection with MITgcm face transports; centred, DST3, OS7 and OS7MP-like.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7a  ·  CRITERION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test_nan_finding.py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fronts_from_gradb2 under config D on NaN land: 14 tests, 11 pass, 3 strict xfails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212080" cy="45720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C6E49"/>
                </a:solidFill>
                <a:latin typeface="Calibri"/>
              </a:rPr>
              <a:t>WHAT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A NaN land block: 0 front pixels on NaN; fronts ≥ 10 cells from the coast equal the land-free field pixel for pixel.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Real hour 0: 11,836 front pixels in 7 s, 0 on NaN, 878 (7.4%) inside the halo.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The three threshold modes agree bit for bit; no coastal bias in the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12080" cy="4572000"/>
          </a:xfrm>
          <a:prstGeom prst="roundRect">
            <a:avLst>
              <a:gd name="adj" fmla="val 7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A8501B"/>
                </a:solidFill>
                <a:latin typeface="Calibri"/>
              </a:rPr>
              <a:t>WHAT BREAKS  (xfail, strict)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thresh_mode 'pool' with the default n_workers=None → TypeError: config D does not run as written.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remove_small_holes fills an enclosed NaN island: 6 front pixels on land.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despur on an empty skeleton → ValueError in skan.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M4 recipe: pass NaN as-is (never fill), explicit n_workers, despur off, then fronts &amp;= isfinite(gradb2).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7  ·  THE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Decisions applied and the M1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M1-Q1..Q8 written into the docs on 2026-09-30; every criterion audited; M1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APPLIED TO THE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Prompt 2: criteria 1, 3, 4, 5, 7 restated; Q&amp;A header.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Prompt 4 (M3) and 6 (M5): both forms of F, the baseline and its bands, order 5 as a sensitivity, Figure 2 at 0.981.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Coding §2.5, §4.3, §4.4, §4.9, §4.10, §6 M1 and M3; planning §2.4 (sign final), §6 tests 1 and 3, §7.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V3b figure: clipped titles and the legend fixed; every number identical.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THE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Suite: 84 passed, 3 xfailed in 98 s; offline 66 passed, 18 deselected.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Seven PNGs in figs/: five tracked (9be37dc), V3 and V3b untracked and shown; none ignored.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Criteria 1-7 each PASS with the numbers of the next slide; every 'Discharges' line honoured, nothing claimed twice.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Open issues carried to M2-M4: the fronts bugs, prompt 5's tile_find path, the NaN recipe, M3's requirements, the V3b band.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M1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8FBFD0"/>
                </a:solidFill>
                <a:latin typeface="Calibri"/>
              </a:rPr>
              <a:t>All seven criteria, as audited in the task-7 log entry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7335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V1 Cartesian deformation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0.78% at ell = 8 dx over 8 h  (&lt; 1%)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21991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9456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V2 native-grid metric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b_x max 0.077%, b_y 0.041%  (&lt; 1%)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7063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4320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V3 discrete null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1.004 [0.995, 1.017] strain, 0.981 [0.970, 0.994] llc  (1 ± 0.05); V3b recorded 0.975 [0.954, 1.003]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63931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8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V4 interpolation bias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recorded: 0.28-1.0% of G per hour at order 3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8795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16052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PNGs V1-V6 (+ V3b)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all seven in figs/ and in git status; V6 shows the edge rim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73659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09159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Tests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84 passed, 3 strict xfailed, incl. test_nan_finding.py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285231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57799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Regression oracle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form='chain' bit-for-bit frontogenesis_tendency, max |dF| =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806440"/>
            <a:ext cx="10607040" cy="73152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9893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M1 closed 2026-09-30.  Next: M2 pulls the 72-hour series; M3 computes the budget.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Findings for the writeup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Five things the discretisation taught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Discrete F.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The chain-rule product −(∇b)ᵀ(∇u)(∇b) fails on the grid by (2/3)(dx/ell)²; the consistent form passes V3 and is ~0.79x the chain F on real front pixels — about the size of the effect being measured.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Stencil at the departure point.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Shifting b and differentiating measures the residual DG/Dt − 2F (≈ 0 under pure strain); the departure stencil measures DG/Dt.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The divergent subfilter correction τ_δ.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Without it the flux form leaves 38-44% of the budget unclosed on a divergent flow and overstates the term 2.2x on hour 0.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V3b closes the 0.85x question.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A flux-form OS7MP-like truth shifts the slope by −0.006 ± 0.025: the Jacobian attenuation is the resolved G's consistent view of the strain, not a bias. Shortfall per width: −2 / −4 / −11% at 2 / 1.5 / 1 dx.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Planning §2.4 sign.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F = −½δG + ½|σ|G cos 2θ with θ from the compressional axis (plus, not minus). Final, M1-Q3.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M1-Q1 .. Q15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Decisions and open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What shapes M3 and M4, and the fronts fixes JXP chose to make on this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SHAPES M3 / 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120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Q1: both forms of F; discrete primary, chain as a stated systematic.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Q2 / Q4: Figure 2 at 0.981 with its band; systematic 0.954-1.003; no upward correction.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Q5 / Q6: V1 at 8 dx; V4 bar 0.28-1.0% of G/h at order 3; order 5 as a sensitivity.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Subtract the numerics shortfall first: −2 / −4 / −11% at 2 / 1.5 / 1 dx.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Pass τ_δ to subfilter_term; split the ratio estimator by the sign of 2F.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4754880"/>
          </a:xfrm>
          <a:prstGeom prst="roundRect">
            <a:avLst>
              <a:gd name="adj" fmla="val 7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A8501B"/>
                </a:solidFill>
                <a:latin typeface="Calibri"/>
              </a:rPr>
              <a:t>NEXT: fronts FIXES — not yet applied. </a:t>
            </a:r>
            <a:r>
              <a:rPr sz="2000" b="0" i="0">
                <a:solidFill>
                  <a:srgbClr val="A8501B"/>
                </a:solidFill>
                <a:latin typeface="Calibri"/>
              </a:rPr>
              <a:t>Q9: on this frontogenesis branch; JXP tells Lauren.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548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Q10: n_workers=None → os.cpu_count(); document the __main__ guard.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Q11: fronts &amp;= isfinite(gradb2) after cropping and dilation.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Q12: despur returns early on an empty skeleton.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Q13 / Q14: max_size = min_size − 1; silence the All-NaN warnings.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Q15: prompt 5 → fronts_from_gradb2 + the NaN recipe; two docstrings.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Reproducible from the logged numbers alone; nothing below 20 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13716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875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1B2A33"/>
                </a:solidFill>
                <a:latin typeface="Calibri"/>
              </a:rPr>
              <a:t>Every number here is quoted from the M1 task logs in frontogenesis_prompts.md and from frontogenesis_prompt_2.md.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Nothing is recomputed and no data store is touched.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IN dev/frontogenesis/deck/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make_m1_figs.py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813048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five panel crops from ../figs/ and five large-font re-plots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702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build_m1_deck.py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8853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builds this .pptx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457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check_m1_deck.py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764024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verifies every run is ≥ 20 pt and the text-box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212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figs_m1/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23951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the ten images used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96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7150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the work log for this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Rendered with LibreOffice and inspected page by page before hand-over.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