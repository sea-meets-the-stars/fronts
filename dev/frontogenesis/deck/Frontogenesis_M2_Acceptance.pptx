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199" y="822959"/>
            <a:ext cx="4023360" cy="4023360"/>
          </a:xfrm>
          <a:prstGeom prst="ellipse">
            <a:avLst/>
          </a:prstGeom>
          <a:noFill/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834639"/>
            <a:ext cx="2743200" cy="2743200"/>
          </a:xfrm>
          <a:prstGeom prst="ellipse">
            <a:avLst/>
          </a:prstGeom>
          <a:noFill/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389120"/>
            <a:ext cx="1645920" cy="1645920"/>
          </a:xfrm>
          <a:prstGeom prst="ellipse">
            <a:avLst/>
          </a:prstGeom>
          <a:noFill/>
          <a:ln w="17780">
            <a:solidFill>
              <a:srgbClr val="8F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8FBFD0"/>
                </a:solidFill>
                <a:latin typeface="Calibri"/>
              </a:rPr>
              <a:t>MILESTONE M2  ·  DATA PULL  ·  TWO SOURCES, ONE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7863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Frontogenesis in the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LLC4320 California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i="0">
                <a:solidFill>
                  <a:srgbClr val="8FBFD0"/>
                </a:solidFill>
                <a:latin typeface="Calibri"/>
              </a:rPr>
              <a:t>The 72-hour window on disk, one time-dimensioned store per source — resumably, and verified hour by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54880"/>
            <a:ext cx="7498079" cy="86868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5604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M2 closed 2026-10-04 — all seven criteria PASS; 72 / 72 hours in both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J. Xavier Prochaska  ·  tile 330, face 10  ·  2026-10-03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One summary, six tasks and one Q&amp;A finding, the audit, and what M3 inherits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10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The answer: M2 in one slide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pull_series and verify_series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54096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272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The 72-hour OSN pull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1246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856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QA of the series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70831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443983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The V3 baseline across the window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Q7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102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Tile-edge margin test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105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Chunk-store reconnaissance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39572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load_chunk_levels and the chunk pull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054096"/>
            <a:ext cx="457200" cy="457200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272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M2 acceptance — the audit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71246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856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Carried to M3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370831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443983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Glossary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023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MILESTONE M2  ·  DATA PULL  ·  CLOSED 2026-10-04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answer: M2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Goal: the 72-hour window on disk, one time-dimensioned store per source, resumably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164592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065A82"/>
                </a:solidFill>
                <a:latin typeface="Cambria"/>
              </a:rPr>
              <a:t>72 / 72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in both stores: OSN surface, 765 MiB in 27.3 min; chunk k = 0..2, 973 MiB in 7.03 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164592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065A82"/>
                </a:solidFill>
                <a:latin typeface="Cambria"/>
              </a:rPr>
              <a:t>bit-identical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284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chunk k = 0 Theta / Salt / W and Eta equal OSN's in all 72 hours — one model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91640"/>
            <a:ext cx="3429000" cy="164592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75564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065A82"/>
                </a:solidFill>
                <a:latin typeface="Cambria"/>
              </a:rPr>
              <a:t>0 mismatches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land-NaN vs hFacC / W / S in every hour and level; both re-runs a no-op, every file sha256-identical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WHAT WAS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Flux attrs say +=down but the data are upward-positive: negated at write, stored downward-positive (M2-Q6 a).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V3 gate: 64 of 71 pairs pass (0.972 ± 0.020) — a real front, not the tile edge; edge_cells stays 7 (M2-Q7).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5643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HANDED TO 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22191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Two stores sharing time, niter, j, i, XC, YC; a plain xr.merge fails — rename or subset first.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W.isel(k_l=1); drF 1.0 / 1.14 / 1.30 m; 6-hourly forcing; displacement max 2.27 cells on the mask.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52760" cy="59436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0807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All seven criteria PASS — 127 passed, 3 xfailed, smoke tests pass. M2 closed 2026-10-04.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1  ·  CRITERION 2 IN CODE, PROVEN ON REAL DATA IN TASKS 2 AND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pull_series and verify_series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Resumable and atomic per hour; 'present' is the store's own time coord, never a side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212080" cy="3977639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ATOMICITY — MEASURED, THEN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to_zarr(append_dim='time') is not atomic: a kill after the third array left time at length 2 and Salt / Eta / niter at 1 — the half-hour the prompt warns about.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So: stage the hour in memory and write once; append only the time-dimensioned variables; repair on resume — truncate to the shortest array, drop trailing slabs that are unwritten, unreadable or all fill.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3977639"/>
          </a:xfrm>
          <a:prstGeom prst="roundRect">
            <a:avLst>
              <a:gd name="adj" fmla="val 7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A8501B"/>
                </a:solidFill>
                <a:latin typeface="Calibri"/>
              </a:rPr>
              <a:t>STOP AT THE FIRST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8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Retries: 3 attempts, backoff 5 / 20 / 60 s. An hour that still fails is recorded and the run returns — criterion 1 is 'no gaps', and an append-along-time store cannot take a middle hour later.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The next run retries that hour first: an interrupted pull is restarted, not debugged.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zarr_series.py (247 lines) is generic, so task 5 reuses it. 20 offline tests + 1 network smoke test (22 s for one real hour); suite 104 passed + 3 xfailed.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2  ·  CRITERIA 1, 2, 3 AND THE OSN HALF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72-hour OSN pull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data/tile330_raw_20120702T00_72h.zarr — launched detached, finished on the first launch</a:t>
            </a:r>
          </a:p>
        </p:txBody>
      </p:sp>
      <p:pic>
        <p:nvPicPr>
          <p:cNvPr id="6" name="Picture 5" descr="m2_fig_osn_wal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120640" cy="3006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data/m2_pull_done_run1.json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OSN was uniformly fast: a 21-33 s band, none of the 90-192 s stalls M0 saw. Network-bound; writing an hour is ~0.2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2120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72 hours in 27.3 min: median 22.4 s per hour, range 20.7-33.1 s; 0 retries, 0 failures, 0 repairs.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765 MiB on disk (11.1 MB/hour, 834 files). verify_series OK in 0.9 s: no gaps, §3.2 schema, land-NaN = hFac in all 72 hours, niter steps 144, KPPhbl present.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No-op proof: re-run 0.9 s, 0 pulled / 72 skipped; sha256 + stat of all 834 files, 0 differing lines.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Hours 0-1 identical to M0's 2-hour store, which is kept (M2-Q4). Scale-up: the 504-hour series ~3.2 h, 5.6 GB.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3  ·  figs/m2_qa_series.png, RE-PLOTTED FROM ITS CACHED SUMMARIES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QA of the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Tide, diurnal mixed layer, constant land-NaN, and the displacement envelope for M3</a:t>
            </a:r>
          </a:p>
        </p:txBody>
      </p:sp>
      <p:pic>
        <p:nvPicPr>
          <p:cNvPr id="6" name="Picture 5" descr="m2_fig_qa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37360"/>
            <a:ext cx="9326880" cy="2373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206240"/>
            <a:ext cx="10652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Eta range 2.009 m, M2 0.619 + K1 0.494 m (r² 0.989). KPPhbl amplitude 6.4 m, maximum at ~01 h local solar; the afternoon minimum deepens 13 → 12 → 8 m as |tau| falls 0.11 → 0.06 N m⁻².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Land-NaN constant, 0 mismatches vs hFac in every hour; oceTAU* 922 / 565 finite on land → 0 after re-masking; no frozen field, NaN change or outlier.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Displacement: ocean median 0.27-0.44, p99 1.05-1.38, max 4.05 cells (Gulf of California jet, outside the mask); mask_analysis max 2.27. At L = 8, 7-34 cells per pair lose support: edge_cells = 7 kept, isfinite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3, EXTRA STEP (M2-Q3)  ·  figs/m2_v3_stability.png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V3 baseline across the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0.981 is a property of the operators, with a leverage-driven tail on day 3</a:t>
            </a:r>
          </a:p>
        </p:txBody>
      </p:sp>
      <p:pic>
        <p:nvPicPr>
          <p:cNvPr id="6" name="Picture 5" descr="m2_fig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3827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m2_v3_stability.json; fails: 36, 62-67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83080"/>
            <a:ext cx="4114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Pair 0-1 reproduces M1: 0.9806 [0.9698, 0.9942].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All 71 pairs: 0.902-0.997, mean 0.972 ± 0.020, weighted 0.983; 64/71 pass; every CI overlaps the baseline band.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Top 1 % |2F| trimmed: 0.971-1.002, 0.987 ± 0.005 — leverage from one sharp front, not a drift of the kinematics.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Figure 2 keeps 0.981 [0.970, 0.994]; M3 quotes the window spread as the temporal systematic.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M2-Q7  ·  JXP: OPTION (a), TEST IT NOW  ·  figs/m2_q7_edge_margin.png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Tile-edge margin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Hypothesis: the day-3 dips are tile-edge contamination. Verdict: a real 2.2 °C front; edge_cells stays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edge_cells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failing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mean ± std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7830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trimmed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76272"/>
            <a:ext cx="7132320" cy="402336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21284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64/71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1284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36, 62-67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128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0.972 ± 0.020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128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0.987 ± 0.005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4261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642615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69/71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642615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36, 63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42615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0.979 ± 0.013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642615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0.988 ± 0.005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072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07238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69/71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072384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36, 70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723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0.980 ± 0.012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0723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0.987 ± 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5021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50215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68/71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50215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36, 69, 70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0215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0.978 ± 0.013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50215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0.986 ± 0.005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69080"/>
            <a:ext cx="7040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Crop test: moving the edge 4-16 cells inward changes values only within 3-5 cells of the new edge (as NaN); beyond that, ≤ 4e-12 — round-off.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A wider margin clears 62-67 only by excluding the front; 36 fails at every width, and 69-70 start failing at 13-16 from interior fronts.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Raw Theta: 11.84 → 14.02 °C across i = 7-11 at hour 64. The 13-cell row goes to M3 as a sensitivity.</a:t>
            </a:r>
          </a:p>
        </p:txBody>
      </p:sp>
      <p:pic>
        <p:nvPicPr>
          <p:cNvPr id="33" name="Picture 32" descr="m2_crop_q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737360"/>
            <a:ext cx="3560885" cy="411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6720" y="5943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panel (c), j = 176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4  ·  SOURCE B  ·  CRITERION 6 AND THE HOUR INVENTORY FOR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Chunk-store reconnaissance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s3://dbof/LLC4320_RAW/CHUNKS/monterey_bay/ on Nautilus: 72 / 72 hours, exactly tile 330</a:t>
            </a:r>
          </a:p>
        </p:txBody>
      </p:sp>
      <p:pic>
        <p:nvPicPr>
          <p:cNvPr id="6" name="Picture 5" descr="m2_fig_flux_di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120640" cy="2862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709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data/m2_chunk_recon.json, 07-03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Per hour on the store: Theta 57.2, Salt 47.5, U 63.8, V 64.2, W 65.4 MB, each 2-D field ~1.2 MB — 306 MB compressed, 22 GB for 72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2120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One zarr v3 store per hour, 51 levels, oceQsw and oceFWflx present; grid bit-identical to tile330_grid.zarr. W sits on k_p1 (52): k_p1 = n is the top face of cell 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Not level-selective: one 51-level zstd object per variable per hour, so k = 0..2 fetches 174 MB/hour, 12.5 GB; at 0.55 MB/s here, ~6.3 h.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drF[0] = 1.0 m and Z[0] = −0.5 m confirmed; drF 1.0 / 1.14 / 1.30 m. k = 0 fields and W(k_p1=0) bit-identical to OSN; Eta identical in all 72 hours.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Flux attrs say +=down, the data are upward-positive (oceQsw ≤ 0, −589 W/m² at 13 LST); the forcing is 6-hourly, linearly interpolated.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5  ·  CRITERIA 5, 6 AND THE CHUNK HALF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load_chunk_levels and the chunk pull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data/tile330_chunk_20120702T00_72h.zarr — §3.3; fluxes negated to downward-positive (M2-Q6 a)</a:t>
            </a:r>
          </a:p>
        </p:txBody>
      </p:sp>
      <p:pic>
        <p:nvPicPr>
          <p:cNvPr id="6" name="Picture 5" descr="m2_fig_chunk_wal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120640" cy="3244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ourier New"/>
              </a:rPr>
              <a:t>data/m2_chunk_pull_done_run1.json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First launch stopped at hour 0 by a Salt bound (0, 45): the Gulf of California reaches 48.6 psu. Bound widened; stop-at-gap proven on real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2120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72 / 72 hours, 0 missing, in 7.03 h: median 299 s per hour, range 297-1887 s; 12.6 GB fetched, 973 MiB on disk.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Two FSTimeoutErrors on W, recovered on attempt 2; two slow reads; one 28-min stall from idle sleep — caffeinate -i -s next time.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Every object validated before any write: decode, size, shape, NaN = (hFacC == 0), plausibility, time / iteration attrs, chunk Eta bit-identical to OSN.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verify_chunk_series OK: 0 land-NaN mismatches over 72 h × 3 levels, oceQsw ≥ 0. Re-run a no-op, all 692 files sha256-identical. 23 offline tests + 1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8FBFD0"/>
                </a:solidFill>
                <a:latin typeface="Calibri"/>
              </a:rPr>
              <a:t>TASK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M2 acceptance — the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8FBFD0"/>
                </a:solidFill>
                <a:latin typeface="Calibri"/>
              </a:rPr>
              <a:t>All seven criteria, as audited in the task-6 log entry; the 'Do not' list checked on disk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56231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2880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72 steps, no gaps, schema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both stores 72 / 72, steps 3600 s; both verifies re-run fresh, OK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0487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No-op re-run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0 pulled, 72 skipped; sha256 of 834 + 692 files identical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5351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8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KPPhbl present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every hour, finite on every ocean cell; 6.4 m diurnal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0215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747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Land-NaN = hFac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0 mismatch cells, 72 hours × 3 levels: M1's masks hold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2336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Chunk k = 0..2, fluxes, drF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72 / 72 hours, missing: none; downward-positive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9943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7200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drF[0] confirmed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1.0 m (then 1.14, 1.30); Z[0] = −0.5 m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48072"/>
            <a:ext cx="384048" cy="384048"/>
          </a:xfrm>
          <a:prstGeom prst="ellipse">
            <a:avLst/>
          </a:prstGeom>
          <a:solidFill>
            <a:srgbClr val="2C6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Volume and wall time  </a:t>
            </a:r>
            <a:r>
              <a:rPr sz="2000" b="0" i="0">
                <a:solidFill>
                  <a:srgbClr val="8FBFD0"/>
                </a:solidFill>
                <a:latin typeface="Calibri"/>
              </a:rPr>
              <a:t>OSN 765 MiB, 27.3 min; chunk 973 MiB, 7.03 h, 12.6 GB fetched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52160"/>
            <a:ext cx="10607040" cy="6858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600760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127 passed, 3 strict xfailed; both smoke tests pass. M2 closed 2026-10-04.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FOR M3  ·  THE RULES THE DATA IMPOSE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Carried to 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task-6 audit's carried-forward list, for frontogenesis_prompt_4.md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Merge: a plain xr.merge of the two stores fails on Theta / Salt / W (2-D vs 3-D). Rename them (16 vars) or subset to the fluxes, drF and W.isel(k_l=1) (14 vars).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The fluxes are already downward-positive: surface_flux_term must not negate again.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W.isel(k_l=1) is the cell-base velocity; W(k_l=0) = dEta/dt is a free-surface signal.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Forcing is 6-hourly, linearly interpolated: the shortwave diurnal is a triangle peaking at 13 LST. Phase Figure 6 on the mixed-layer minimum.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THE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isfinite(DGDt) &amp; mask_analysis at L = 8; edge_cells = 7 kept; the 13-cell row (0.980 ± 0.012) as a sensitivity.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Trimmed and orthogonal fits beside the OLS gate for every pair; 0.972 ± 0.020 as the temporal systematic; show 07-04 14-20 UTC separately, not dropped.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Displacement envelope: analysis max 2.27 cells; ocean 4.05 in the excluded Gulf.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2000" b="0" i="0">
                <a:solidFill>
                  <a:srgbClr val="1B2A33"/>
                </a:solidFill>
                <a:latin typeface="Calibri"/>
              </a:rPr>
              <a:t>•  Pending: the note to Lauren on the flux attrs, for JXP to forward; caffeinate -i -s for long pulls on the laptop.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GLOSSARY  ·  NOTATION AS ON THE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Glossary — the M2-specific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527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Stop-at-gap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the pull records the first hour that still fails after 3 retries and returns, so the store stays a contiguous prefix of the series; the next run retries that hour.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Repair-on-resume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before trusting the store's time coord, repair_trailing truncates every time-dimensioned array to the shortest and drops trailing slabs that are unwritten, unreadable or all fill.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No-op re-run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a second run pulls nothing and leaves every file sha256-identical — criterion 2, proven on both stores.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k_p1, k_l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the source puts W on 52 interfaces k_p1; k_p1 = n is the top face of cell n, i.e. k_l = n, renamed at write. W(k_l=1) is the cell-base velocity.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niter, mit_iteration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niter is the OSN iteration (steps of 144 per hour); mit_iteration = niter − 10368 is the chunk source's selected_iteration.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Sign convention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the source attrs say +=down but the data are upward-positive; the store negates oceQnet / oceQsw / oceFWflx so that into the ocean is positive, and says so in sign_convention and source_sign_convention.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Trimmed slope  </a:t>
            </a:r>
            <a:r>
              <a:rPr sz="2000" b="0" i="0">
                <a:solidFill>
                  <a:srgbClr val="1B2A33"/>
                </a:solidFill>
                <a:latin typeface="Calibri"/>
              </a:rPr>
              <a:t>the OLS gate recomputed with the top 1 % |2F| front pixels dropped — a leverage diagnostic (0.987 ± 0.005), not the gate.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Calibri"/>
              </a:rPr>
              <a:t>TASK 7  ·  2026-10-04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6656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Reproducible from the logged numbers and the tasks' JSON summaries; nothing below 20 pt; 14 slides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1371600"/>
          </a:xfrm>
          <a:prstGeom prst="roundRect">
            <a:avLst>
              <a:gd name="adj" fmla="val 7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9875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1B2A33"/>
                </a:solidFill>
                <a:latin typeface="Calibri"/>
              </a:rPr>
              <a:t>Every number here is quoted from the M2 task logs in frontogenesis_prompts.md, from frontogenesis_prompt_3.md, or read from the tasks' small JSON done-files.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Nothing is recomputed and no zarr store is opened.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65A82"/>
                </a:solidFill>
                <a:latin typeface="Calibri"/>
              </a:rPr>
              <a:t>IN dev/frontogenesis/deck/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make_m2_figs.py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1304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one panel crop from ../figs/ and five large-font re-plots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build_m2_deck.py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8853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builds this 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457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check_m1_deck.py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764024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reused: every run ≥ 20 pt, plus the text-box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212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figs_m2/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23951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six images used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96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21295C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7150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the work log for this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62737F"/>
                </a:solidFill>
                <a:latin typeface="Calibri"/>
              </a:rPr>
              <a:t>Rendered with LibreOffice and inspected page by page before hand-over.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